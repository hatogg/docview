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B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Quarterly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DAE2FF"/>
                </a:solidFill>
              </a:rPr>
              <a:t>DocView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3A5BA9"/>
                </a:solidFill>
              </a:rPr>
              <a:t>Quarter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02124"/>
                </a:solidFill>
              </a:rPr>
              <a:t>• 28% more customers</a:t>
            </a:r>
          </a:p>
          <a:p>
            <a:r>
              <a:rPr sz="2600">
                <a:solidFill>
                  <a:srgbClr val="202124"/>
                </a:solidFill>
              </a:rPr>
              <a:t>• Support replies within 2 hours</a:t>
            </a:r>
          </a:p>
          <a:p>
            <a:r>
              <a:rPr sz="2600">
                <a:solidFill>
                  <a:srgbClr val="202124"/>
                </a:solidFill>
              </a:rPr>
              <a:t>• New app in the stores</a:t>
            </a:r>
          </a:p>
        </p:txBody>
      </p:sp>
      <p:pic>
        <p:nvPicPr>
          <p:cNvPr id="4" name="Picture 3" descr="mount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1148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3A5BA9"/>
                </a:solidFill>
              </a:rPr>
              <a:t>Customer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291839"/>
            <a:ext cx="2194560" cy="2743200"/>
          </a:xfrm>
          <a:prstGeom prst="roundRect">
            <a:avLst/>
          </a:prstGeom>
          <a:solidFill>
            <a:srgbClr val="9A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080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F6368"/>
                </a:solidFill>
              </a:rPr>
              <a:t>Q1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194559"/>
            <a:ext cx="2194560" cy="3840480"/>
          </a:xfrm>
          <a:prstGeom prst="roundRect">
            <a:avLst/>
          </a:prstGeom>
          <a:solidFill>
            <a:srgbClr val="5F8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6080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F6368"/>
                </a:solidFill>
              </a:rPr>
              <a:t>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097279"/>
            <a:ext cx="2194560" cy="4937760"/>
          </a:xfrm>
          <a:prstGeom prst="roundRect">
            <a:avLst/>
          </a:prstGeom>
          <a:solidFill>
            <a:srgbClr val="3A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6080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F6368"/>
                </a:solidFill>
              </a:rPr>
              <a:t>Q3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7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